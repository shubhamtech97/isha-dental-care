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32004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777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ISHA DENTAL CARE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Isha Dental Care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Digital Experience for a Modern Dental Practice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Design &amp; Digital Experience Presentation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108960"/>
            <a:ext cx="566928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20040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high-converting, compassionate, and trustworthy healthcare website engineered to welcome new patients, articulate dental specializations, and drive direct online appointments.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188720"/>
            <a:ext cx="4572000" cy="30175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766560" y="3794760"/>
            <a:ext cx="457200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0" y="38862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Website Mockup · "Your Smile. Our Care."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31520" y="44805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Apex Healthcare Digital Studio | September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 trustworthy digital front door for Isha Dental Care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Isha Dental Care · Website Design Presentation | 20-Slide Client Deck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132320" y="48006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Healthcare Digital Studio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10698480" cy="59436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8132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"Isha Dental Care's new website has been designed to create a professional digital presence that builds patient trust, clearly communicates dental services, and makes appointment booking simple."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148840"/>
            <a:ext cx="2514600" cy="2423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331720"/>
            <a:ext cx="32004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7889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Build Patient Trust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38328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Alleviate dental anxiety with transparent clinic photography, verified doctor credentials, and clean sterile standards.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0" y="2148840"/>
            <a:ext cx="2514600" cy="2423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2331720"/>
            <a:ext cx="32004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27889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Showcase Dental Services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0" y="338328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categorization of 8 core treatments with procedure breakdowns, estimated durations, and patient benefits.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2148840"/>
            <a:ext cx="2514600" cy="2423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2331720"/>
            <a:ext cx="32004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7889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Make Appointment Booking Easy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338328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Frictionless online booking with date, time, and service selectors, plus one-tap WhatsApp and phone access.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961120" y="2148840"/>
            <a:ext cx="2514600" cy="2423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2331720"/>
            <a:ext cx="32004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0" y="27889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Create a Strong Online Presence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0" y="338328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fast, mobile-first, and SEO-structured healthcare platform ready for local patient discovery.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Design Concept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premium, reassuring healthcare aesthetic designed to reduce patient anxiety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Isha Dental Care · Website Design Presentation | 20-Slide Client Deck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132320" y="48006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Healthcare Digital Studio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42900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00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0" y="160020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Clutter-Free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19659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clutter-free interface that makes dental information effortless to read and understand without visual overload.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1463040"/>
            <a:ext cx="342900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600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160020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Authoritative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19659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premium healthcare visual identity that communicates clinical competence, sterile hygiene, and doctor credibility.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971800"/>
            <a:ext cx="342900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108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Comfortable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26080" y="310896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Reassuring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347472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teal and cyan accents paired with warm welcoming imagery specifically designed to reduce patient fear.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89120" y="2971800"/>
            <a:ext cx="342900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3108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310896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Contemporary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347472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layouts, rounded cards, smooth interactions, and modern UI patterns suitable for all age groups.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229600" y="1463040"/>
            <a:ext cx="3200400" cy="28346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16459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DESIGN TOKENS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412480" y="19659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System (60-30-10 Rule):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12480" y="22402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60% Dominant Canvas: Clean Medical White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30% Structural Elements: Slate &amp; Soft Grays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10% High-Intent Accent: Clinical Medical Teal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12480" y="30175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Typography Pairings: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Headings: Outfit (Modern &amp; Confident)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Body &amp; Forms: Plus Jakarta Sans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EXPERIENCE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Homepage Experience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Converting first-time visitors into confident patients within seconds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Isha Dental Care · Website Design Presentation | 20-Slide Client Deck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132320" y="48006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Healthcare Digital Studio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669280" cy="2926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3977640"/>
            <a:ext cx="566928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4069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Homepage Hero · "Your Smile. Our Care."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675120" y="1463040"/>
            <a:ext cx="475488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0" y="153619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Value Proposition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58000" y="17830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"Your Smile. Our Care." immediately communicates empathy, clinical dedication, and quality.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675120" y="2194560"/>
            <a:ext cx="475488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0" y="226771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High-Visibility Primary CTAs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0" y="25146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Prominent appointment booking button paired with secondary service exploration.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675120" y="2926080"/>
            <a:ext cx="475488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0" y="299923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Trust Indicators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58000" y="32461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Checkmarks confirm experienced specialists, modern equipment, and comfortable care.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675120" y="3657600"/>
            <a:ext cx="475488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58000" y="373075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Strong 5-Second Impression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858000" y="39776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patients who land from Google or social media feel confident staying on the site.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Dental Services — Clear &amp; Easy to Explore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catalog structured to guide patients toward booking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Isha Dental Care · Website Design Presentation | 20-Slide Client Deck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132320" y="48006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Healthcare Digital Studio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251460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002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Dentistry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19202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 checkups, digital diagnostics, cleanings and preventive dental care.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42316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40-60m  ·  Learn More →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74720" y="1463040"/>
            <a:ext cx="251460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6002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Teeth Cleaning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57600" y="19202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Ultrasonic scaling &amp; polishing to maintain spotless teeth and healthy gums.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0" y="242316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30-45m  ·  Learn More →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51460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6002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Canal Treatment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0" y="19202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Rotary endodontics to gently save damaged or infected teeth pain-free.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0" y="242316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60-90m  ·  Learn More →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961120" y="1463040"/>
            <a:ext cx="251460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0" y="16002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Dental Implants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44000" y="19202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Natural-looking titanium tooth replacement solutions with lifelong strength.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0" y="242316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Permanent  ·  Learn More →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1520" y="2926080"/>
            <a:ext cx="251460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0632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Teeth Whitening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14400" y="33832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Chairside LED-activated whitening for a brighter, stain-free radiant smile.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14400" y="388620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45-60m  ·  Learn More →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74720" y="2926080"/>
            <a:ext cx="251460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0" y="30632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Cosmetic Dentistry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657600" y="33832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smile design, porcelain veneers, and direct aesthetic bonding.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0" y="388620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Custom  ·  Learn More →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217920" y="2926080"/>
            <a:ext cx="251460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30632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Braces &amp; Aligners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00800" y="33832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Discreet clear aligners and ceramic solutions for straight, healthy teeth.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0" y="388620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6-18 mo  ·  Learn More →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961120" y="2926080"/>
            <a:ext cx="251460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0" y="30632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Pediatric Dentistry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144000" y="33832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Gentle, cheerful, anxiety-free dental visits tailored specifically for children.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144000" y="388620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30-40m  ·  Learn More →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31520" y="4434840"/>
            <a:ext cx="10698480" cy="32004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4480560"/>
            <a:ext cx="10332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Interactive Feature: Every service card opens a detailed modal with procedure steps, recovery expectations, and direct booking.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Choose Isha Dental Care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Communicating clinical strengths before the patient even contacts the clinic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Isha Dental Care · Website Design Presentation | 20-Slide Client Deck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132320" y="48006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Healthcare Digital Studio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42900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002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Experienced Dental Professionals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9659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specialists with 10+ years combined experience in restorative, cosmetic, and pediatric care.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0" y="1463040"/>
            <a:ext cx="342900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6002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Treatment Plans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19659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one-size-fits-all treatments. Transparent discussion of clinical options and patient budgets.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42900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6002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Dental Technology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19659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Low-radiation digital radiography, intraoral high-def cameras, and rotary endodontics for gentle care.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2926080"/>
            <a:ext cx="342900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063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Comfortable Clinic Environment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4290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Calming ambiance, sterile operatories, ambient music, and empathetic staff who ease dental fear.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89120" y="2926080"/>
            <a:ext cx="342900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3063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Pricing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34290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Clear, upfront fee structures with zero hidden charges. Estimates provided before treatment begins.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046720" y="2926080"/>
            <a:ext cx="342900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3063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Patient-First Approach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0" y="34290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flexible appointment schedules to prompt post-operative follow-up calls, patient comfort comes first.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DOCTORS &amp; CLINICAL TEAM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 the Dental Experts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Humanizing clinical care with doctor qualifications and specializations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Isha Dental Care · Website Design Presentation | 20-Slide Client Deck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132320" y="48006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Healthcare Digital Studio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3429000" cy="2606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54480"/>
            <a:ext cx="1097280" cy="1097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03120" y="1554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Years Experience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210312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Priya Sharma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103120" y="2103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Dentist &amp; Prosthodontist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14400" y="27432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BDS, MDS (Prosthodontics)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14400" y="30632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Specialization: Full Mouth Rehabilitation &amp; Implants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389120" y="1417320"/>
            <a:ext cx="3429000" cy="2606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554480"/>
            <a:ext cx="1097280" cy="10972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60720" y="1554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8+ Years Experience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76072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Rahul Mehta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760720" y="2103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Cosmetic &amp; Implant Dentist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572000" y="27432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BDS, MDS (Conservative Dentistry)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572000" y="30632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Specialization: Porcelain Veneers &amp; Rotary Root Canals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8046720" y="1417320"/>
            <a:ext cx="3429000" cy="2606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554480"/>
            <a:ext cx="1097280" cy="10972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418320" y="1554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6+ Years Experience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941832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Ananya Patel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9418320" y="2103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Pediatric Dentist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8229600" y="27432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BDS, MDS (Pedodontics)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8229600" y="30632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Specialization: Child Dental Wellness &amp; Habit Counseling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731520" y="4160520"/>
            <a:ext cx="1069848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914400" y="425196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Sample Content — Final doctor names, credentials, photographs, and consultation schedules can be updated by the clinic.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FUNNEL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to Convert Visitors into Appointments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streamlined booking experience that eliminates patient friction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Isha Dental Care · Website Design Presentation | 20-Slide Client Deck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132320" y="48006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Healthcare Digital Studio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2514600" cy="109728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554480"/>
            <a:ext cx="2240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8680" y="17830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Website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0574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Discovers clinic via Google or recommendation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74720" y="1463040"/>
            <a:ext cx="2514600" cy="109728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1554480"/>
            <a:ext cx="2240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11880" y="17830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Services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11880" y="20574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about painless procedures &amp; doctor profiles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514600" cy="109728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554480"/>
            <a:ext cx="2240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355080" y="17830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Trust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20574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reviews, sterilization &amp; transparent fees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961120" y="1463040"/>
            <a:ext cx="2514600" cy="109728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8280" y="1554480"/>
            <a:ext cx="2240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098280" y="17830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Appointment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098280" y="20574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Selects date, time &amp; submits request in &lt;60s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1520" y="2743200"/>
            <a:ext cx="1069848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2880360"/>
            <a:ext cx="10332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FIELDS &amp; VALIDATION ARCHITECTURE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" y="31546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Name (Required, validated)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17920" y="31546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Phone Number (Required, formatted)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14400" y="344728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 Address (Optional, validated)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17920" y="344728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Select Dental Service (Dropdown)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14400" y="3739896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Preferred Date (Datepicker with min date)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17920" y="3739896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Preferred Time Slot (09:00 AM - 08:00 PM)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14400" y="403250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Message / Dental Concern (Optional)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17920" y="403250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Confirmation &amp; localStorage persistence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FIRST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 Patient Experience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70%+ of dental clinic searches occur on mobile smartphones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Isha Dental Care · Website Design Presentation | 20-Slide Client Deck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132320" y="48006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Healthcare Digital Studio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42900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002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Layout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9659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Fluid design that automatically adapts to iPhone, Android, iPad, tablet, and desktop screens.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0" y="1463040"/>
            <a:ext cx="342900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6002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One-Tap Click-to-Call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19659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with emergency pain can call the clinic reception with a single tap on the phone number.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42900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6002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WhatsApp Chat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19659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Floating WhatsApp button pre-fills appointment inquiries for effortless mobile communication.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2926080"/>
            <a:ext cx="342900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063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Thumb-Friendly Buttons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4290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 targets meet WCAG standards (&gt;44px) so booking appointments on mobile is effortless.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89120" y="2926080"/>
            <a:ext cx="342900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3063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Navigation Drawer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34290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animated hamburger menu providing fast access to services, doctors, and location.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046720" y="2926080"/>
            <a:ext cx="342900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3063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Fast-Loading Performance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0" y="34290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image loading ensures quick page opening even on cellular 4G/5G connections.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&amp; QUICK CONTACT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Access When Patients Need Help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triage for acute toothaches, chipped teeth, and sudden dental trauma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Isha Dental Care · Website Design Presentation | 20-Slide Client Deck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132320" y="48006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Healthcare Digital Studio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10698480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45920"/>
            <a:ext cx="10149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DENTAL ASSISTANCE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Urgent Dental Care?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2377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"Don't let dental pain wait. Contact our clinic for urgent dental assistance."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011680"/>
            <a:ext cx="3017520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0" y="2103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Call Now: +91 8147440264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291840"/>
            <a:ext cx="34290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4290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Click-to-Call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7490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Clickable directly on mobile for immediate clinic receptionist triage.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89120" y="3291840"/>
            <a:ext cx="34290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4290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WhatsApp Chat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37490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Floating emerald WhatsApp icon active across every page of the website.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046720" y="3291840"/>
            <a:ext cx="34290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34290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Floating Booking Button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0" y="37490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Appears smoothly upon scrolling down to ensure appointment access is never lost.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PROOF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Trust Before the First Visit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Answering common doubts and building emotional safety before arrival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Isha Dental Care · Website Design Presentation | 20-Slide Client Deck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132320" y="48006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Healthcare Digital Studio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2514600" cy="2423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459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9659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"Dr. Sharma and the entire team made my treatment comfortable and stress-free. Highly recommended!"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Aarav Kulkarni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34290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Canal &amp; Ceramic Crown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0" y="1463040"/>
            <a:ext cx="2514600" cy="2423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16459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19659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clinic is modern, clean and the staff is extremely friendly. My cleaning was painless."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0" y="31089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Sneha Patil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0" y="34290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Ultrasonic Cleaning &amp; Whitening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1463040"/>
            <a:ext cx="2514600" cy="2423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6459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19659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"Very professional service and excellent dental care. Got my dental implant done with zero issues."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0" y="31089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Rohan Deshmukh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0" y="34290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Titanium Dental Implant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961120" y="1463040"/>
            <a:ext cx="2514600" cy="2423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0" y="16459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0" y="19659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"One of the most comfortable dental experiences I have had. Very gentle with my child!"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144000" y="31089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Neha Joshi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144000" y="34290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Pediatric Checkup &amp; Fluoride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1520" y="4069080"/>
            <a:ext cx="1069848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16052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Note: Testimonials and reviews shown are sample demonstration content ready to be updated with genuine patient feedback upon launch.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EDUCATION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Before Patients Ask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Addressing treatment doubts and cutting down repetitive phone calls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Isha Dental Care · Website Design Presentation | 20-Slide Client Deck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132320" y="48006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Healthcare Digital Studio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2120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544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How often should I visit the dentist?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1783080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6 months for routine cleaning and preventive cavity detection.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52120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5544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Is teeth cleaning painful?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0" y="1783080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No, modern ultrasonic scaling is generally painless with water cooling.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31520" y="2423160"/>
            <a:ext cx="52120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51460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How long does a root canal take?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2743200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to 90 minutes, often completed in a single comfortable visit.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17920" y="2423160"/>
            <a:ext cx="52120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51460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Do you treat children?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0" y="2743200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Yes! Dedicated pediatric specialist Dr. Ananya uses child-friendly techniques.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31520" y="3383280"/>
            <a:ext cx="52120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47472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Q5: Do you provide emergency dental care?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4400" y="3703320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Yes, same-day priority triage for severe toothaches and trauma.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217920" y="3383280"/>
            <a:ext cx="52120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47472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Q6: What payment options are available?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0" y="3703320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UPI, credit/debit cards, net banking, cash, and 0% EMI plans.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&amp; ACCESS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Find. Easy to Contact.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Guiding local patients to Coral Business Centre with clear landmarks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Isha Dental Care · Website Design Presentation | 20-Slide Client Deck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132320" y="48006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Healthcare Digital Studio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21208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002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Clinic Address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9202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No. 110-11, Coral Business Centre, Near D-Mart, Beside Mhetre Tower, Jule, Solapur-413004, Maharashtra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521208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6002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Clinic Telephone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19202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 8147440264 (Reception &amp; Inquiries)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2697480"/>
            <a:ext cx="521208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8346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 Email Address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154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ishadentalcare@gmail.com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2697480"/>
            <a:ext cx="521208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8346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🕐 Operating Hours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3154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 – Saturday: 9:00 AM – 8:00 PM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Sunday: 10:00 AM – 2:00 PM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4069080"/>
            <a:ext cx="1069848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16052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Note: Final clinic contact numbers, email addresses, and landmark directions to be confirmed by the client prior to launch.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FOUNDATION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Discoverability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with search visibility, accessibility, and speed in mind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Isha Dental Care · Website Design Presentation | 20-Slide Client Deck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132320" y="48006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Healthcare Digital Studio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21208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002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HTML5 Hierarchy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9202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H1, H2, and H3 headings so search engine bots can easily understand treatments and services.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521208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6002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Schema.org "Dentist" JSON-LD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19202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structured metadata for rich Google search snippets, reviews, and Google Maps Knowledge Panels.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2834640"/>
            <a:ext cx="521208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9718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OpenGraph &amp; Social Share Cards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2918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Attractive link preview cards with clinic photography when shared on WhatsApp, Facebook, or LinkedIn.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2834640"/>
            <a:ext cx="521208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9718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Fast-Loading Performance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32918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lag or heavy frameworks, ensuring patients on 4G/5G mobile phones experience instantaneous loading.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JOURNEY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Patient Journey Flowchart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initial search query to clinic appointment confirmation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Isha Dental Care · Website Design Presentation | 20-Slide Client Deck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132320" y="48006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Healthcare Digital Studio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46304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65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/ Social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Searches for Solapur / Pune dental clinic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39696" y="1828800"/>
            <a:ext cx="146304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31136" y="1965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31136" y="2286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Visit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31136" y="274320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5-second strong, clean first impression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730752" y="1828800"/>
            <a:ext cx="146304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22192" y="1965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22192" y="2286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Services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22192" y="274320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procedures, time, and benefits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321808" y="1828800"/>
            <a:ext cx="146304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13248" y="1965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13248" y="2286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Trust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13248" y="274320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Examines doctor bios &amp; patient reviews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912864" y="1828800"/>
            <a:ext cx="1463040" cy="210312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04304" y="1965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04304" y="2286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Online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004304" y="274320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Submits date &amp; service in &lt;60 seconds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503920" y="1828800"/>
            <a:ext cx="146304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0" y="1965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595360" y="2286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Triage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595360" y="274320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desk confirms slot via phone/WhatsApp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0094976" y="1828800"/>
            <a:ext cx="146304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86416" y="1965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186416" y="2286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Visit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186416" y="274320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arrives confident &amp; well-informed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Website Supports the Clinic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operational, reputation, and patient acquisition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Isha Dental Care · Website Design Presentation | 20-Slide Client Deck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132320" y="48006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Healthcare Digital Studio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1069848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1790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Strong Online Presence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06240" y="1517904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Establishes Isha Dental Care as a premium, modern medical practice in the local region.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057400"/>
            <a:ext cx="1069848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11226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Better Patient Experience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06240" y="2112264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can explore treatments, study doctor credentials, and book visits at their own pace 24/7.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651760"/>
            <a:ext cx="1069848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70662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More Direct Enquiries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06240" y="2706624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Prominent click-to-call, WhatsApp chat, and online appointment forms eliminate conversion friction.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246120"/>
            <a:ext cx="1069848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30098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Service Visibility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06240" y="3300984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Educates patients about high-value treatments such as dental implants, clear aligners, and smile makeovers.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840480"/>
            <a:ext cx="1069848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89534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Patient Trust &amp; Loyalty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06240" y="3895344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hygiene protocols, genuine doctor profiles, and reviews alleviate fear and build lasting loyalty.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CUSTOMIZATION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Personalize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clinic information is centrally organized for rapid updates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Isha Dental Care · Website Design Presentation | 20-Slide Client Deck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132320" y="48006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Healthcare Digital Studio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Doctor names, bios, qualifications, and schedules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35040" y="14630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 clinic photography &amp; operatory pictures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Treatment service descriptions &amp; fee structures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35040" y="19202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Clinic phone numbers, WhatsApp, &amp; email address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Clinic street address &amp; Google Maps pin location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35040" y="23774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Operating hours &amp; holiday schedule details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28346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Genuine patient testimonials &amp; star ratings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35040" y="28346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Clinic experience statistics (years, patient counts)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32918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Social media profile links (Instagram, Facebook, LinkedIn)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35040" y="32918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Official clinic logo and branding assets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3977640"/>
            <a:ext cx="10698480" cy="54864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0690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Important Reminder: The current presentation and website contain sample/demo content that should be replaced with final clinic-approved information before official public launch.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SHOWCASE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Isha Dental Care — Complete Digital Experience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modern, trustworthy, and patient-focused digital presence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Isha Dental Care · Website Design Presentation | 20-Slide Client Deck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132320" y="48006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Healthcare Digital Studio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212080" cy="283464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212080" cy="28346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31520" y="3977640"/>
            <a:ext cx="521208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Text 6"/>
          <p:cNvSpPr/>
          <p:nvPr/>
        </p:nvSpPr>
        <p:spPr>
          <a:xfrm>
            <a:off x="822960" y="40233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Operatory &amp; Digital X-Ray Diagnostic Suite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217920" y="3977640"/>
            <a:ext cx="521208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Text 8"/>
          <p:cNvSpPr/>
          <p:nvPr/>
        </p:nvSpPr>
        <p:spPr>
          <a:xfrm>
            <a:off x="6309360" y="40233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Consultation Suite &amp; Hygiene Lounge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&amp; Launch Checklist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approval items required to move from preview to live launch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Isha Dental Care · Website Design Presentation | 20-Slide Client Deck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132320" y="48006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Healthcare Digital Studio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106984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99616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Confirm final clinic address, phone numbers, and WhatsApp line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847088"/>
            <a:ext cx="10698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883664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Confirm doctor profiles, qualifications, and consultation hours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231136"/>
            <a:ext cx="106984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267712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Provide final clinic operatory and consultation room photographs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615184"/>
            <a:ext cx="10698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65176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Confirm treatment service catalog &amp; fee transparency details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999232"/>
            <a:ext cx="106984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035808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Provide genuine patient reviews / Google reviews to publish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383280"/>
            <a:ext cx="10698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419856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Final domain name selection &amp; DNS connection (e.g. ishadentalcare.com)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767328"/>
            <a:ext cx="106984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803904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Cross-browser and mobile device final quality assurance testing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151376"/>
            <a:ext cx="10698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187952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Official website public launch &amp; Google My Business linking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Isha Dental Care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"Your Smile. Our Care."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0" y="3108960"/>
            <a:ext cx="57607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0" y="324612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Questions, Feedback &amp; Content Confirmation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0" y="356616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Apex Healthcare Digital Studio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Website: ishadentalcare.com  |  Email: contact@apexhealthcare.design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Apex Healthcare Digital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Isha Dental Care - Website Design Presentation</dc:title>
  <dc:subject>Client Website Design &amp; Digital Experience Presentation</dc:subject>
  <dc:creator>Apex Healthcare Digital Studio</dc:creator>
  <cp:lastModifiedBy>Apex Healthcare Digital Studio</cp:lastModifiedBy>
  <cp:revision>1</cp:revision>
  <dcterms:created xsi:type="dcterms:W3CDTF">2026-09-27T03:48:52Z</dcterms:created>
  <dcterms:modified xsi:type="dcterms:W3CDTF">2026-09-27T03:48:52Z</dcterms:modified>
</cp:coreProperties>
</file>